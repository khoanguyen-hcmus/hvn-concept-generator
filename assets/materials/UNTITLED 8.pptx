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89C7E3-B1AC-4F13-9B0B-32B09E15E942}" type="datetimeFigureOut">
              <a:rPr lang="el-GR" smtClean="0"/>
              <a:t>12/10/2026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B06AD-4CFB-46F2-A306-87FF12F3C34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84085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8F107-C480-CF87-5152-BD7BE643E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4F21AD-E397-9341-2B76-DFD5299E1D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CEF926-0125-72C8-E5FB-6DE981A4A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D110F-45EA-7A40-4578-15D84215D8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0087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EA272-6824-607E-5666-79056C25B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077FAB-F321-1069-A7C3-A02635A3D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30775-5AD2-56A4-341D-0645617A4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5E43-889F-4834-B59A-063F851859FC}" type="datetimeFigureOut">
              <a:rPr lang="el-GR" smtClean="0"/>
              <a:t>12/10/2026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DBD71-7D62-EE62-44CA-E7D69EA41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54D1E-87AA-9058-91A4-8582C9E29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C7D4-B8E7-4473-9C29-6922ED00B05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42737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2EE6B-D099-B919-F9C4-0D1C210C6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D8C74-9CE8-8377-DDA5-39C7981F7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39666-85D4-40A8-FE9D-1985E6D5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5E43-889F-4834-B59A-063F851859FC}" type="datetimeFigureOut">
              <a:rPr lang="el-GR" smtClean="0"/>
              <a:t>12/10/2026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DB876-B146-BF6E-65A8-074585746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83A43-DB90-BACC-2EA4-2687EAC1A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C7D4-B8E7-4473-9C29-6922ED00B05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26351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0F041-AD78-4288-530F-226270D6F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6E147-2679-4C15-D5F6-F1D9FC972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EFF46-DAF7-D6E7-7421-5BBF51DC2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5E43-889F-4834-B59A-063F851859FC}" type="datetimeFigureOut">
              <a:rPr lang="el-GR" smtClean="0"/>
              <a:t>12/10/2026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403EE-8A5A-0389-E441-718FCB30F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F84F7-FC07-0AC1-DF64-1FD129FE2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C7D4-B8E7-4473-9C29-6922ED00B05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91242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F7339-27F5-F9C5-4AD1-D1639AE80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0CE1D-DD3B-5525-C6B0-B0382B013D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82EB72-89A7-5FEA-5F80-2A9825CF4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669514-E64E-E33B-5A19-3095BF8D4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5E43-889F-4834-B59A-063F851859FC}" type="datetimeFigureOut">
              <a:rPr lang="el-GR" smtClean="0"/>
              <a:t>12/10/2026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EF0E7-B2A7-1A33-C0B5-7E72C8E20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FCDEA-5451-941E-2649-A3837D60E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C7D4-B8E7-4473-9C29-6922ED00B05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68660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3C070-E4B5-999A-7CDA-0D2206572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123E2-B89A-5C96-CE7D-6ABFECA16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262D8-05CA-07F6-E17A-FC9603974C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3328D7-9026-DD38-4A80-0C72EDDD53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D816DF-C0DC-02A1-1578-EB35FD1DF2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4901F6-B29C-2B83-F0D3-632AAC26D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5E43-889F-4834-B59A-063F851859FC}" type="datetimeFigureOut">
              <a:rPr lang="el-GR" smtClean="0"/>
              <a:t>12/10/2026</a:t>
            </a:fld>
            <a:endParaRPr lang="el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C96884-75D1-8511-E697-00A90BE9C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C331C5-BE2E-1C6B-331E-5C421CC2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C7D4-B8E7-4473-9C29-6922ED00B05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27548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2BAFA-08C7-CE75-81A3-CBDB71541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BC0944-3762-2BD6-D67C-297437821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5E43-889F-4834-B59A-063F851859FC}" type="datetimeFigureOut">
              <a:rPr lang="el-GR" smtClean="0"/>
              <a:t>12/10/2026</a:t>
            </a:fld>
            <a:endParaRPr lang="el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63917-72C8-EF90-A851-D0D57F49E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D644FF-7F03-E931-6B73-5AC37AA0C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C7D4-B8E7-4473-9C29-6922ED00B05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95826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BCCC60-C51A-075D-6B67-FBF5CF027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5E43-889F-4834-B59A-063F851859FC}" type="datetimeFigureOut">
              <a:rPr lang="el-GR" smtClean="0"/>
              <a:t>12/10/2026</a:t>
            </a:fld>
            <a:endParaRPr lang="el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F12892-E152-9192-0D7F-2D419DA5D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2AAB2-C7A3-DA29-89D0-73E912CFA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C7D4-B8E7-4473-9C29-6922ED00B05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03923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FBE79-9218-F439-AE4A-9FBA7A8BB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8068B-BF20-7B3E-36E7-A2A4B2A04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31C22-DA64-97F8-C7BA-5A3D17D3E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277DA5-80CE-FD0D-4396-9D3F2E896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5E43-889F-4834-B59A-063F851859FC}" type="datetimeFigureOut">
              <a:rPr lang="el-GR" smtClean="0"/>
              <a:t>12/10/2026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A7E0B-286D-A32F-643E-60FD20CF7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24FF1-B61C-3404-54F9-0EAD0137D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C7D4-B8E7-4473-9C29-6922ED00B05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23169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76DC9-CFED-3B6B-3AC3-7BF52CB99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561371-9763-F02D-1111-B3098F5859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B54AA-C52C-E47B-3BCB-25218A8232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9F347-DD1A-DA2B-5DE2-20FB631A1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5E43-889F-4834-B59A-063F851859FC}" type="datetimeFigureOut">
              <a:rPr lang="el-GR" smtClean="0"/>
              <a:t>12/10/2026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B8746-1E47-A0B7-3D6A-D43A7C219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F9264-E96D-AEDD-00DC-EFCC627C7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C7D4-B8E7-4473-9C29-6922ED00B05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4251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E80C0-1817-E654-25AC-7B91E4828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6CB8EE-2F33-A931-371B-3A593146E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60EB6-B071-E21F-DE67-54843E5D5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5E43-889F-4834-B59A-063F851859FC}" type="datetimeFigureOut">
              <a:rPr lang="el-GR" smtClean="0"/>
              <a:t>12/10/2026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1DA20-D572-FB32-975E-B3B3BE815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F832A-CCE5-F85A-33DE-FF26EB369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C7D4-B8E7-4473-9C29-6922ED00B05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40899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B87495-8BF0-2926-501F-87ECB4D391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7020EA-22A7-5931-D93C-166BDBE89A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DB893-D2D3-F84A-0F86-9AC90618F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5E43-889F-4834-B59A-063F851859FC}" type="datetimeFigureOut">
              <a:rPr lang="el-GR" smtClean="0"/>
              <a:t>12/10/2026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ECD71-548F-3D87-503E-DD24817CB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F03-B46E-7A5D-C127-8FE2C39DD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C7D4-B8E7-4473-9C29-6922ED00B05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56186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5884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A768-B5C5-0E2D-1542-F13AFA396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191CC-011C-0467-8149-5C8A7BDD7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7B531-C343-F6E5-0A74-EAFA578741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FB5E43-889F-4834-B59A-063F851859FC}" type="datetimeFigureOut">
              <a:rPr lang="el-GR" smtClean="0"/>
              <a:t>12/10/2026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CC116-6A09-5B30-D630-F7797F7771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24BD8-C7BD-B2EB-0D1F-A60DBCFCA1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5EC7D4-B8E7-4473-9C29-6922ED00B05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100066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2D123-9909-4491-C018-29FD4A097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7663A8-9C05-F6A1-416C-32CA887BE1BF}"/>
              </a:ext>
            </a:extLst>
          </p:cNvPr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002060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4E6DAA6-292B-B50D-D36C-CF92CAB66E35}"/>
              </a:ext>
            </a:extLst>
          </p:cNvPr>
          <p:cNvSpPr/>
          <p:nvPr/>
        </p:nvSpPr>
        <p:spPr>
          <a:xfrm>
            <a:off x="341376" y="0"/>
            <a:ext cx="1158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FFFFFF"/>
                </a:solidFill>
                <a:latin typeface="HEINEKEN Core" panose="02000503050000020004" pitchFamily="50" charset="0"/>
              </a:rPr>
              <a:t>TIGER SIGNAGE DESIGN </a:t>
            </a:r>
            <a:endParaRPr lang="en-US" sz="2400" dirty="0">
              <a:solidFill>
                <a:prstClr val="black"/>
              </a:solidFill>
              <a:latin typeface="HEINEKEN Core" panose="02000503050000020004" pitchFamily="50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BA06BF7-74AA-ACD4-9B2E-F3BBC8B18080}"/>
              </a:ext>
            </a:extLst>
          </p:cNvPr>
          <p:cNvGrpSpPr/>
          <p:nvPr/>
        </p:nvGrpSpPr>
        <p:grpSpPr>
          <a:xfrm>
            <a:off x="6198795" y="1117796"/>
            <a:ext cx="5399697" cy="5362135"/>
            <a:chOff x="7034144" y="792480"/>
            <a:chExt cx="4300070" cy="4270157"/>
          </a:xfrm>
        </p:grpSpPr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2B09CA52-773B-F504-BE40-6FA5531B7ADD}"/>
                </a:ext>
              </a:extLst>
            </p:cNvPr>
            <p:cNvSpPr txBox="1"/>
            <p:nvPr/>
          </p:nvSpPr>
          <p:spPr>
            <a:xfrm>
              <a:off x="7858953" y="792480"/>
              <a:ext cx="27148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highlight>
                    <a:srgbClr val="FFFF00"/>
                  </a:highlight>
                </a:rPr>
                <a:t>HIFLEX 4.0 (</a:t>
              </a:r>
              <a:r>
                <a:rPr lang="en-US" sz="1400" i="1">
                  <a:highlight>
                    <a:srgbClr val="FFFF00"/>
                  </a:highlight>
                </a:rPr>
                <a:t>current design</a:t>
              </a:r>
              <a:r>
                <a:rPr lang="en-US" sz="1600">
                  <a:highlight>
                    <a:srgbClr val="FFFF00"/>
                  </a:highlight>
                </a:rPr>
                <a:t>)</a:t>
              </a:r>
            </a:p>
          </p:txBody>
        </p:sp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033676F8-4597-7480-64E5-A6175D4AF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50710" y="3839389"/>
              <a:ext cx="2923086" cy="1223248"/>
            </a:xfrm>
            <a:prstGeom prst="rect">
              <a:avLst/>
            </a:prstGeom>
          </p:spPr>
        </p:pic>
        <p:pic>
          <p:nvPicPr>
            <p:cNvPr id="142" name="Picture 141" descr="A group of blue and orange banners with text&#10;&#10;AI-generated content may be incorrect.">
              <a:extLst>
                <a:ext uri="{FF2B5EF4-FFF2-40B4-BE49-F238E27FC236}">
                  <a16:creationId xmlns:a16="http://schemas.microsoft.com/office/drawing/2014/main" id="{6E353B62-0D2C-788A-9E47-9E2BDB02E6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3760" t="10830" r="5899" b="491"/>
            <a:stretch>
              <a:fillRect/>
            </a:stretch>
          </p:blipFill>
          <p:spPr>
            <a:xfrm>
              <a:off x="7034144" y="1165154"/>
              <a:ext cx="4300070" cy="2640115"/>
            </a:xfrm>
            <a:prstGeom prst="rect">
              <a:avLst/>
            </a:prstGeom>
          </p:spPr>
        </p:pic>
      </p:grpSp>
      <p:pic>
        <p:nvPicPr>
          <p:cNvPr id="145" name="Picture 144">
            <a:extLst>
              <a:ext uri="{FF2B5EF4-FFF2-40B4-BE49-F238E27FC236}">
                <a16:creationId xmlns:a16="http://schemas.microsoft.com/office/drawing/2014/main" id="{84963063-3F9C-E7E0-DB05-91B5E4536A1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01" t="17281" r="21830" b="26194"/>
          <a:stretch/>
        </p:blipFill>
        <p:spPr>
          <a:xfrm>
            <a:off x="928771" y="2704289"/>
            <a:ext cx="4534660" cy="2396335"/>
          </a:xfrm>
          <a:prstGeom prst="rect">
            <a:avLst/>
          </a:prstGeom>
        </p:spPr>
      </p:pic>
      <p:sp>
        <p:nvSpPr>
          <p:cNvPr id="146" name="TextBox 145">
            <a:extLst>
              <a:ext uri="{FF2B5EF4-FFF2-40B4-BE49-F238E27FC236}">
                <a16:creationId xmlns:a16="http://schemas.microsoft.com/office/drawing/2014/main" id="{7A83A5E9-A210-B4F1-CD30-216735D39BA9}"/>
              </a:ext>
            </a:extLst>
          </p:cNvPr>
          <p:cNvSpPr txBox="1"/>
          <p:nvPr/>
        </p:nvSpPr>
        <p:spPr>
          <a:xfrm>
            <a:off x="2328564" y="1117796"/>
            <a:ext cx="1735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highlight>
                  <a:srgbClr val="FFFF00"/>
                </a:highlight>
              </a:rPr>
              <a:t>LED SIGNAGE</a:t>
            </a:r>
          </a:p>
          <a:p>
            <a:pPr algn="ctr"/>
            <a:r>
              <a:rPr lang="en-US" sz="1600" dirty="0">
                <a:highlight>
                  <a:srgbClr val="FFFF00"/>
                </a:highlight>
              </a:rPr>
              <a:t>(</a:t>
            </a:r>
            <a:r>
              <a:rPr lang="en-US" sz="1400" i="1" dirty="0">
                <a:highlight>
                  <a:srgbClr val="FFFF00"/>
                </a:highlight>
              </a:rPr>
              <a:t>no change</a:t>
            </a:r>
            <a:r>
              <a:rPr lang="en-US" sz="1600" dirty="0">
                <a:highlight>
                  <a:srgbClr val="FFFF00"/>
                </a:highlight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21240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HEINEKEN Core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 Minh Hoang Vuong</dc:creator>
  <cp:lastModifiedBy>Van Minh Hoang Vuong</cp:lastModifiedBy>
  <cp:revision>1</cp:revision>
  <dcterms:created xsi:type="dcterms:W3CDTF">2026-10-12T09:33:23Z</dcterms:created>
  <dcterms:modified xsi:type="dcterms:W3CDTF">2026-10-12T09:34:37Z</dcterms:modified>
</cp:coreProperties>
</file>